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Conditional DCGAN on CIFAR-10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Class-Conditioned Image Generation with Conditional GANs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Repository: hussnain-raza-dr/SCP-M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Goal: Train a conditional GAN to generate class-specific 32x32 images on CIFAR-10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Dataset: CIFAR-10 (10 classes, 60K images total, 50K train / 10K test)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Two model variants developed: Baseline (DCGAN) and Improved (SNGAN ResNet)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14 iterative improvements applied over 1 month of experimentation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Key finding: Training is stable but image quality hits architectural ceiling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Baseline Architecture (DCGAN)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Generator: z (100-d) + class embedding (50-d) → project to 256×4×4 → ConvTranspose2d upsampling → 32×32×3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Discriminator: 32×32×3 → strided Conv2d [64, 128, 256] → flatten → projection discriminator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Conditioning: Class embedding concatenated to latent vector z (input-level only)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Loss: BCE with logits (vanilla GAN loss)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Optimizer: Adam (β1=0.5, β2=0.999), lr=2e-4, batch size 128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Training: 50 epochs, 1:1 D:G update 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Improved Architecture (SNGAN ResNet)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Generator: Residual upsampling blocks [512, 256, 128] with pre-activation (BN-Act-Conv)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Discriminator: Residual downsampling blocks [128, 256, 512] + minibatch stddev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Spectral normalization on all discriminator layers (Lipschitz constraint)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Hinge loss (standard for spectral-norm GANs)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Optimizer: Adam (β1=0.0, β2=0.9), lr=2e-4, batch size 64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5:1 D:G update ratio (d_steps=5), EMA of generator weights (decay=0.999)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100 epochs, constant learning rate (no decay)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Configuration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680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Improved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Latent dim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Embed dim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 channels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[256, 128, 64]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[512, 256, 128]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[64, 128, 256]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[128, 256, 512]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Plain ConvTranspose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Residual blocks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BatchNorm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Spectral 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BCE (vanilla)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Hinge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beta1 / beta2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0.5 / 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0.0 / 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D:G step ratio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1:1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5:1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EMA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Yes (0.999)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Training Results — Baseline (50 Epochs)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Generator loss: 5.69 (epoch 1) → 2.54 (epoch 50) — converged but rising in late epochs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Discriminator loss: 0.39 (epoch 1) → 0.52 (epoch 50) — stable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 accuracy on real images: 91.7% → 91.9% (maintained high accuracy)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 accuracy on fake images: 94.3% → 91.6% (G improved slightly over time)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 loss rising after epoch ~25 indicates mode seeking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Evaluation Metrics — Discriminator Accuracy per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680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Real Acc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Fake Acc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 Quality (D score)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airplane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0.453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0.958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0.157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automobile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bird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0.898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0.249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0.580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0.880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0.272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frog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0.711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0.734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0.337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horse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ship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0.604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0.908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0.225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truck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Evaluation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Overall discriminator accuracy: 75.0% (real: 62.5%, fake: 87.6%)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 easily identifies fakes (≥87.6%) — generated images are not convincing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Best generation quality: frog (0.337) — worst: airplane (0.157)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Pixel statistics: mean=-0.056, std=0.512, range [-1.0, 1.0]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Frog class is easiest to generate (simple color patterns), airplane hardest (structural complexity)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Improvement Iteration History (14 Commits)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6809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WGAN-GP + spectral norm + residual arch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Initial improved config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TTUR (2x D LR), 2:1 D steps, beta2=0.9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 collapse continued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LR decay, R1 penalty, fixed SN weight init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 still collapsed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Full ResNet architecture (SNGAN-style)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 collapse fixed, G underfitting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Fixed late-training D collapse + eval bugs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Marginal improvement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Equalized LRs, stronger R1, delayed 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 still underfitting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Disabled R1 penalty (SN+R1 = double reg)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Slight improvement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Disabled LR decay (causes late collapse)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Stopped late-stage collapse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Zero residual init + weight decay on 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Tanh saturation (gray images)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Small-scale init (gain=0.1)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Fixed gray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Removed weight_decay_g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 alive again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MPI + DDP multi-GPU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Training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n_dis=5 (SNGAN paper) + proper SN init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Best result (still blurry)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Root Cause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Weak class conditioning (primary bottleneck)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Class label injected only once at input — signal dilutes through layers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State-of-the-art uses Conditional BatchNorm: class modulates BN params at every layer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No self-attention mechanism (structural incoherence)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Only 3×3 convolutions — limited receptive field, no global consistency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SAGAN proved self-attention at 16×16 dramatically improves structural coherence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Shallow final stage (detail bottleneck)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Final stage (16×16 → 32×32) uses single conv, no residual — least capacity at most important resolution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Why Previous Fixes Did Not Help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All 14 commits addressed training dynamics (how D and G learn)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None addressed model expressiveness (what G can represent)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WGAN-GP: Can't fix architectural capacity; incompatible with SN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TTUR / LR tuning: Adjusts training speed, not model capacity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R1 penalty: Over-regularizes D on top of spectral norm → D collapse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LR decay: Breaks equilibrium under SN constraint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Weight decay on G: With small init, weights decay to zero → gray images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Key insight: Training is now stable and correct — G has hit its architectural ceiling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Comparison with Published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FID (CIFAR-10)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Mechanisms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Our model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~80–120 (est.)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ResNet + SN + concat conditioning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SNGAN (Miyato 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+ Conditional BatchNorm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SAGAN (Zhang 2019)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18.3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+ Self-Attention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BigGAN (Brock 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+ Hierarchical latent, larger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StyleGAN2-ADA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Completely different paradigm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Would Actually Fix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Conditional BatchNorm in Generator (highest impact)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Replace standard BN with class-conditional BN at every layer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Class signal injected throughout the generator, not just at input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Expected: FID reduction of 30–50%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Self-Attention at 16×16 resolution (high impact)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Add self-attention layer after second residual block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Enables long-range spatial coherence for global structure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Expected: FID reduction of 10–20%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Full residual block for final stage (medium impact)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Replace single-conv final layer with proper residual block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 –  Gives most visually important resolution adequate capacity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7680960" cy="0"/>
          </a:xfrm>
          <a:prstGeom prst="rect">
            <a:avLst/>
          </a:prstGeom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1-month effort successfully stabilized GAN training through systematic debugging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Current setup (SNGAN ResNet + hinge loss + SN + d_steps=5) is correctly configured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Training is stable — losses behave as expected, no collapse or divergence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Image quality plateaus at blurry, class-indistinguishable blobs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Root cause: Generator lacks conditional batch norm, self-attention, and output capacity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These are architectural limitations — no hyperparameter tuning can overcome them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Path forward requires architectural changes to the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